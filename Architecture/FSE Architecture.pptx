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3C7660-5D74-495C-BB7B-4E171038C765}" v="13" dt="2026-01-22T10:16:24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3059-9B2C-D0CF-000A-F197C81D3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9582F-5B7C-8714-BB8F-E4BB5B764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43815-AF83-AC3F-2206-26D04E07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97E-89FA-442A-B7FD-E4ECB32C1B0E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1C764-3848-9CC7-B925-0918EE6C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DE278-CA3C-9B5F-93C7-23A81730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050-525E-47E9-94C4-8B30375FF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05688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FA66A-8613-F21D-E005-494465E1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A025B-63B2-14FB-2C01-2D2E2CE8A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4F51F-E576-0250-75B7-D22DDB897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97E-89FA-442A-B7FD-E4ECB32C1B0E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44535-2D6F-F8A9-3709-52DA6662A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8E909-0649-96C6-A620-EEB5A0F9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050-525E-47E9-94C4-8B30375FF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7189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9D49-6EA2-9C1C-97CC-D4EEB1171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512DC-F604-CDDA-1D91-B2941AD62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79814-8BD8-1D6B-4B3F-12F3C786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97E-89FA-442A-B7FD-E4ECB32C1B0E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B9B30-4A6D-6B74-DC3C-54E80859D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C1800-685D-707F-8498-BEC630233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050-525E-47E9-94C4-8B30375FF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260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7495-3938-FCD5-C744-6996C7C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8B8ED-AA2F-6C3C-73E2-D87A6B926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A56CE-7A20-9318-4E5F-DF9A4C2D1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09287-1C6C-AF12-2DF9-54C08A85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97E-89FA-442A-B7FD-E4ECB32C1B0E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BCC48-363A-083C-31D5-A978AE6A5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C5622-D9AC-D576-3FEB-636F960FB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050-525E-47E9-94C4-8B30375FF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7737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DED6-EA34-5221-EE63-EF33E72A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784E5-76AC-E3B5-0172-8B564EA03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FBE32-5679-48EF-9D3C-E1F69DBDE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E1DA3-622E-1DC3-7484-F0A17A8B2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C7927-BFF7-9A77-FEBC-583805878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C512AC-69E5-803A-C749-A28CAE6E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97E-89FA-442A-B7FD-E4ECB32C1B0E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33A115-BF7C-E446-9A05-0FA4684A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F1BF6-9626-07FD-C927-DD49183B9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050-525E-47E9-94C4-8B30375FF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49704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83A1-5471-C351-343F-CAD6EAF2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FDCA55-4031-58E6-B033-432A5FF6A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97E-89FA-442A-B7FD-E4ECB32C1B0E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31D35-D3ED-4B42-AC41-C992658B6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9F26B-A0D3-65C4-026C-BE9A8F73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050-525E-47E9-94C4-8B30375FF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66662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85EF1-F074-8B49-E7B2-9F8FCFFA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97E-89FA-442A-B7FD-E4ECB32C1B0E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D01987-39FC-5F2E-8C08-6EA33AA4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42C43-B227-CA7C-2CA4-6AE275B4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050-525E-47E9-94C4-8B30375FF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22968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8898-D3A5-5184-1922-9852BA01D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CDA97-C28C-DBC9-7B39-0D9B24F01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D885F-D7BD-953E-EB9D-57E643244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A7C7F-C4F3-F008-82D8-624DF4CD6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97E-89FA-442A-B7FD-E4ECB32C1B0E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3BC4B-7F00-471F-C01B-348EEEE34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E2D84-890A-92E5-4C20-6E254E556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050-525E-47E9-94C4-8B30375FF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3583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DFA1-2B95-15FD-380B-EE1F2D0F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B42B3E-8589-6454-B38C-840E0FF7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724B3-AEA0-128B-BE8F-148A1E157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887E8-ACD0-A855-C98B-380D85297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97E-89FA-442A-B7FD-E4ECB32C1B0E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4A9F3-AD41-0EC2-573B-F8C117D2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1703D-1F56-BFC4-FD23-0EBFD84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050-525E-47E9-94C4-8B30375FF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14109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62EB-8C02-F346-3A2A-5C4D69CF2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DE283-0F1D-CAB0-442F-C9407F603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EAF0C-B7E3-EBFA-0E88-0EFF1F27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97E-89FA-442A-B7FD-E4ECB32C1B0E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8FB4C-B5AB-DFE5-531C-1230A13A0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73FFD-CBCF-6608-05F4-C5F695C1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050-525E-47E9-94C4-8B30375FF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869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C3837-2A63-1E7A-BB52-4501ED08A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B3032-A857-7DB8-BA90-1CD49C73B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6C82A-9D56-4354-1C10-02E65B242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97E-89FA-442A-B7FD-E4ECB32C1B0E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54EB9-1D9F-17F4-A90D-E72C1B43E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13B93-CF6F-4551-BE75-3BE9B42E9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050-525E-47E9-94C4-8B30375FF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3704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A1744E-37C8-590C-CCA8-6C8E666ED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3B8AF-D40B-A0CC-F3DA-873D75B20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D4C30-548A-264B-4C46-E91993EDA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F397E-89FA-442A-B7FD-E4ECB32C1B0E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2A732-89C1-DA62-45C7-000F366B3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3F75D-343D-0624-2CA3-F9904499E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8E050-525E-47E9-94C4-8B30375FF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63504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B195-1BB9-5833-0C0A-60D1B6898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107A0-E4CA-305C-9079-7735F0037D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47216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7BEE55-38B6-8B71-9575-5D015B66D590}"/>
              </a:ext>
            </a:extLst>
          </p:cNvPr>
          <p:cNvSpPr/>
          <p:nvPr/>
        </p:nvSpPr>
        <p:spPr>
          <a:xfrm>
            <a:off x="524945" y="648443"/>
            <a:ext cx="5154805" cy="4483996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5B178B-6769-930C-4FA5-158536ABE4DF}"/>
              </a:ext>
            </a:extLst>
          </p:cNvPr>
          <p:cNvSpPr/>
          <p:nvPr/>
        </p:nvSpPr>
        <p:spPr>
          <a:xfrm>
            <a:off x="1705897" y="4862050"/>
            <a:ext cx="2762864" cy="6685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RQ1, RQ2</a:t>
            </a:r>
            <a:endParaRPr lang="en-PK" dirty="0"/>
          </a:p>
        </p:txBody>
      </p:sp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BE9CAFC7-9DBB-63B0-343F-C60664474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308" y="1151601"/>
            <a:ext cx="513583" cy="51358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EB12CD6-08F7-025C-10C8-9DF6EBCEAC3F}"/>
              </a:ext>
            </a:extLst>
          </p:cNvPr>
          <p:cNvSpPr/>
          <p:nvPr/>
        </p:nvSpPr>
        <p:spPr>
          <a:xfrm>
            <a:off x="771832" y="1651819"/>
            <a:ext cx="516194" cy="2163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Input</a:t>
            </a:r>
            <a:endParaRPr lang="en-PK" sz="11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4539D57-86A1-33D9-6017-16C26DF65815}"/>
              </a:ext>
            </a:extLst>
          </p:cNvPr>
          <p:cNvSpPr/>
          <p:nvPr/>
        </p:nvSpPr>
        <p:spPr>
          <a:xfrm>
            <a:off x="1514168" y="1061883"/>
            <a:ext cx="1268361" cy="6587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Prompt Construction</a:t>
            </a:r>
          </a:p>
          <a:p>
            <a:pPr algn="ctr"/>
            <a:r>
              <a:rPr lang="en-US" sz="1200" dirty="0"/>
              <a:t>TF/IDF, </a:t>
            </a:r>
            <a:r>
              <a:rPr lang="en-US" sz="1200" dirty="0" err="1"/>
              <a:t>CoT</a:t>
            </a:r>
            <a:endParaRPr lang="en-PK" sz="12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97C02D-B5EF-AC48-D16C-0C5B77A9F450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1170039" y="1391264"/>
            <a:ext cx="344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4EBAC8-91DA-95A3-D26E-7AE450DAC77F}"/>
              </a:ext>
            </a:extLst>
          </p:cNvPr>
          <p:cNvSpPr/>
          <p:nvPr/>
        </p:nvSpPr>
        <p:spPr>
          <a:xfrm>
            <a:off x="2925097" y="1076631"/>
            <a:ext cx="1268361" cy="6587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LLM </a:t>
            </a:r>
            <a:r>
              <a:rPr lang="en-US" sz="1200" b="1"/>
              <a:t>Answer Generation</a:t>
            </a:r>
            <a:endParaRPr lang="en-US" sz="12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CB5CEBF-5DD4-556F-8C01-73A9EDF5DA7E}"/>
              </a:ext>
            </a:extLst>
          </p:cNvPr>
          <p:cNvSpPr/>
          <p:nvPr/>
        </p:nvSpPr>
        <p:spPr>
          <a:xfrm>
            <a:off x="4340942" y="1096296"/>
            <a:ext cx="1268361" cy="6587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Prediction Evaluator LLM</a:t>
            </a:r>
          </a:p>
          <a:p>
            <a:pPr algn="ctr"/>
            <a:r>
              <a:rPr lang="en-US" sz="1200" dirty="0"/>
              <a:t>Student Judge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445F023-E276-FE6E-2CA3-179942842734}"/>
              </a:ext>
            </a:extLst>
          </p:cNvPr>
          <p:cNvCxnSpPr>
            <a:cxnSpLocks/>
          </p:cNvCxnSpPr>
          <p:nvPr/>
        </p:nvCxnSpPr>
        <p:spPr>
          <a:xfrm>
            <a:off x="2777613" y="1425677"/>
            <a:ext cx="1327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B7A8531-F979-501C-C684-9A12FFE13580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4188542" y="1425677"/>
            <a:ext cx="152400" cy="4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D413F17-D3C5-74B2-96CB-4E95C7873378}"/>
              </a:ext>
            </a:extLst>
          </p:cNvPr>
          <p:cNvSpPr/>
          <p:nvPr/>
        </p:nvSpPr>
        <p:spPr>
          <a:xfrm>
            <a:off x="619432" y="2172929"/>
            <a:ext cx="4955458" cy="102255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Question: </a:t>
            </a:r>
            <a:r>
              <a:rPr lang="en-US" sz="1200" dirty="0"/>
              <a:t>What does the code make?</a:t>
            </a:r>
          </a:p>
          <a:p>
            <a:r>
              <a:rPr lang="en-US" sz="1200" b="1" dirty="0"/>
              <a:t>Code: </a:t>
            </a:r>
            <a:r>
              <a:rPr lang="en-US" sz="1200" dirty="0"/>
              <a:t>def make suit from d label none suite label suite Set </a:t>
            </a:r>
            <a:r>
              <a:rPr lang="en-US" sz="1200" dirty="0" err="1"/>
              <a:t>Dict</a:t>
            </a:r>
            <a:r>
              <a:rPr lang="en-US" sz="1200" dirty="0"/>
              <a:t> d suit normalize return suit</a:t>
            </a:r>
          </a:p>
          <a:p>
            <a:r>
              <a:rPr lang="en-US" sz="1200" b="1" dirty="0" err="1"/>
              <a:t>Gold_Answer</a:t>
            </a:r>
            <a:r>
              <a:rPr lang="en-US" sz="1200" b="1" dirty="0"/>
              <a:t>: </a:t>
            </a:r>
            <a:r>
              <a:rPr lang="en-US" sz="1200" dirty="0"/>
              <a:t>test suite</a:t>
            </a:r>
            <a:endParaRPr lang="en-US" sz="1200" b="1" dirty="0"/>
          </a:p>
          <a:p>
            <a:r>
              <a:rPr lang="en-US" sz="1200" b="1" dirty="0"/>
              <a:t>Prediction:  </a:t>
            </a:r>
            <a:r>
              <a:rPr lang="en-US" sz="1200" dirty="0"/>
              <a:t>Test maker</a:t>
            </a:r>
            <a:endParaRPr lang="en-US" sz="12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57D0A4-7D10-BADF-4DD4-C1178A770275}"/>
              </a:ext>
            </a:extLst>
          </p:cNvPr>
          <p:cNvSpPr/>
          <p:nvPr/>
        </p:nvSpPr>
        <p:spPr>
          <a:xfrm>
            <a:off x="629265" y="3392129"/>
            <a:ext cx="4916129" cy="8652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Student Judge Scores</a:t>
            </a:r>
            <a:r>
              <a:rPr lang="en-US" sz="1200" dirty="0"/>
              <a:t> after evaluating the question, code, gold answer, and prediction</a:t>
            </a:r>
          </a:p>
          <a:p>
            <a:r>
              <a:rPr lang="en-US" sz="1200" dirty="0"/>
              <a:t>Accuracy: 2, Relevance: 2, Completeness: 3, Clarity: 3</a:t>
            </a:r>
            <a:endParaRPr lang="en-PK" sz="12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AEE7DC3-7943-C2BA-5325-4D2E5CCD587C}"/>
              </a:ext>
            </a:extLst>
          </p:cNvPr>
          <p:cNvSpPr/>
          <p:nvPr/>
        </p:nvSpPr>
        <p:spPr>
          <a:xfrm>
            <a:off x="6203074" y="614029"/>
            <a:ext cx="5154805" cy="4488913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006301-545A-945E-C80D-84BA53B80484}"/>
              </a:ext>
            </a:extLst>
          </p:cNvPr>
          <p:cNvSpPr/>
          <p:nvPr/>
        </p:nvSpPr>
        <p:spPr>
          <a:xfrm>
            <a:off x="7462683" y="4857135"/>
            <a:ext cx="2762864" cy="6685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RQ3</a:t>
            </a:r>
            <a:endParaRPr lang="en-PK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C3F2F8-BB70-9AA6-72F9-11B00251F914}"/>
              </a:ext>
            </a:extLst>
          </p:cNvPr>
          <p:cNvSpPr/>
          <p:nvPr/>
        </p:nvSpPr>
        <p:spPr>
          <a:xfrm>
            <a:off x="6223820" y="1720644"/>
            <a:ext cx="938980" cy="55060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Teacher Judge Intervention</a:t>
            </a:r>
            <a:endParaRPr lang="en-PK" sz="110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AF427EE-D5A1-D394-08DA-AAACA9B735DA}"/>
              </a:ext>
            </a:extLst>
          </p:cNvPr>
          <p:cNvSpPr/>
          <p:nvPr/>
        </p:nvSpPr>
        <p:spPr>
          <a:xfrm>
            <a:off x="7192297" y="1027470"/>
            <a:ext cx="1268361" cy="6587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Construct Theory of Mind</a:t>
            </a:r>
            <a:endParaRPr lang="en-PK" sz="1200" b="1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21823DC-97F2-2FA8-F698-2AF4910F80AE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6848168" y="1356851"/>
            <a:ext cx="344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474AF57-97CB-E6C6-33AA-1CCACDEDF8CA}"/>
              </a:ext>
            </a:extLst>
          </p:cNvPr>
          <p:cNvSpPr/>
          <p:nvPr/>
        </p:nvSpPr>
        <p:spPr>
          <a:xfrm>
            <a:off x="8603226" y="1042218"/>
            <a:ext cx="1268361" cy="6587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Student Judge Revise Scores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E94B7F7-AE17-22C9-F810-19034A31A4E3}"/>
              </a:ext>
            </a:extLst>
          </p:cNvPr>
          <p:cNvSpPr/>
          <p:nvPr/>
        </p:nvSpPr>
        <p:spPr>
          <a:xfrm>
            <a:off x="10019071" y="1061883"/>
            <a:ext cx="1268361" cy="6587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Ground_truth</a:t>
            </a:r>
            <a:r>
              <a:rPr lang="en-US" sz="1200" b="1" dirty="0"/>
              <a:t> Comparison</a:t>
            </a:r>
            <a:endParaRPr lang="en-US" sz="12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0AF64EC-C1C5-94C6-1FD5-2951A1DEB23E}"/>
              </a:ext>
            </a:extLst>
          </p:cNvPr>
          <p:cNvCxnSpPr>
            <a:cxnSpLocks/>
          </p:cNvCxnSpPr>
          <p:nvPr/>
        </p:nvCxnSpPr>
        <p:spPr>
          <a:xfrm>
            <a:off x="8455742" y="1391264"/>
            <a:ext cx="1327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73A82CD-FBC5-EBAD-F7B5-EA3B17C103AA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9866671" y="1391264"/>
            <a:ext cx="152400" cy="4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CF78E93-3F98-67D1-84A2-C1466D180C32}"/>
              </a:ext>
            </a:extLst>
          </p:cNvPr>
          <p:cNvSpPr/>
          <p:nvPr/>
        </p:nvSpPr>
        <p:spPr>
          <a:xfrm>
            <a:off x="6307394" y="2320414"/>
            <a:ext cx="4955458" cy="137651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Question: </a:t>
            </a:r>
            <a:r>
              <a:rPr lang="en-US" sz="1200" dirty="0"/>
              <a:t>What does the code make?</a:t>
            </a:r>
          </a:p>
          <a:p>
            <a:r>
              <a:rPr lang="en-US" sz="1200" b="1" dirty="0"/>
              <a:t>Code: </a:t>
            </a:r>
            <a:r>
              <a:rPr lang="en-US" sz="1200" dirty="0"/>
              <a:t>def make suit from d label none suite label suite Set </a:t>
            </a:r>
            <a:r>
              <a:rPr lang="en-US" sz="1200" dirty="0" err="1"/>
              <a:t>Dict</a:t>
            </a:r>
            <a:r>
              <a:rPr lang="en-US" sz="1200" dirty="0"/>
              <a:t> d suit normalize return suit</a:t>
            </a:r>
          </a:p>
          <a:p>
            <a:r>
              <a:rPr lang="en-US" sz="1200" b="1" dirty="0" err="1"/>
              <a:t>Gold_Answer</a:t>
            </a:r>
            <a:r>
              <a:rPr lang="en-US" sz="1200" b="1" dirty="0"/>
              <a:t>: </a:t>
            </a:r>
            <a:r>
              <a:rPr lang="en-US" sz="1200" dirty="0"/>
              <a:t>test suite</a:t>
            </a:r>
            <a:endParaRPr lang="en-US" sz="1200" b="1" dirty="0"/>
          </a:p>
          <a:p>
            <a:r>
              <a:rPr lang="en-US" sz="1200" b="1" dirty="0"/>
              <a:t>Prediction:  </a:t>
            </a:r>
            <a:r>
              <a:rPr lang="en-US" sz="1200" dirty="0"/>
              <a:t>Test maker</a:t>
            </a:r>
          </a:p>
          <a:p>
            <a:r>
              <a:rPr lang="en-US" sz="1200" b="1" dirty="0"/>
              <a:t>Student Judge Scores: </a:t>
            </a:r>
            <a:r>
              <a:rPr lang="en-US" sz="1200" dirty="0"/>
              <a:t>Accuracy: 2, Relevance: 2, Completeness: 3, Clarity: 3</a:t>
            </a:r>
            <a:endParaRPr lang="en-PK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98AC85E-E4A9-2772-401D-05855901EE7B}"/>
              </a:ext>
            </a:extLst>
          </p:cNvPr>
          <p:cNvSpPr/>
          <p:nvPr/>
        </p:nvSpPr>
        <p:spPr>
          <a:xfrm>
            <a:off x="6327059" y="3751007"/>
            <a:ext cx="4916129" cy="9094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Teacher </a:t>
            </a:r>
            <a:r>
              <a:rPr lang="en-US" sz="1200" b="1" dirty="0" err="1"/>
              <a:t>Interven</a:t>
            </a:r>
            <a:r>
              <a:rPr lang="en-US" sz="1200" b="1" dirty="0"/>
              <a:t>:  </a:t>
            </a:r>
            <a:r>
              <a:rPr lang="en-US" sz="1200" dirty="0"/>
              <a:t>make student’s mental model, guide(</a:t>
            </a:r>
            <a:r>
              <a:rPr lang="en-US" sz="1200" dirty="0" err="1"/>
              <a:t>ToM</a:t>
            </a:r>
            <a:r>
              <a:rPr lang="en-US" sz="1200" dirty="0"/>
              <a:t>) </a:t>
            </a:r>
            <a:br>
              <a:rPr lang="en-US" sz="1200" b="1" dirty="0"/>
            </a:br>
            <a:r>
              <a:rPr lang="en-US" sz="1200" b="1" dirty="0"/>
              <a:t>Student Judge rescores </a:t>
            </a:r>
            <a:r>
              <a:rPr lang="en-US" sz="1200" dirty="0"/>
              <a:t>after teacher intervention</a:t>
            </a:r>
          </a:p>
          <a:p>
            <a:r>
              <a:rPr lang="en-US" sz="1200" dirty="0"/>
              <a:t>Improved Scores: Accuracy: 1, Relevance: 1, Completeness: 2, Clarity: 2</a:t>
            </a:r>
            <a:endParaRPr lang="en-PK" sz="1200" dirty="0"/>
          </a:p>
        </p:txBody>
      </p:sp>
      <p:pic>
        <p:nvPicPr>
          <p:cNvPr id="51" name="Graphic 50" descr="Judge male with solid fill">
            <a:extLst>
              <a:ext uri="{FF2B5EF4-FFF2-40B4-BE49-F238E27FC236}">
                <a16:creationId xmlns:a16="http://schemas.microsoft.com/office/drawing/2014/main" id="{81AE7A60-9B3A-4C2D-C357-CB1027E10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8903" y="808703"/>
            <a:ext cx="914400" cy="914400"/>
          </a:xfrm>
          <a:prstGeom prst="rect">
            <a:avLst/>
          </a:prstGeom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A7CC6CF-5C6E-64D2-DFA1-8F30E1D502D1}"/>
              </a:ext>
            </a:extLst>
          </p:cNvPr>
          <p:cNvCxnSpPr/>
          <p:nvPr/>
        </p:nvCxnSpPr>
        <p:spPr>
          <a:xfrm>
            <a:off x="5702710" y="1435510"/>
            <a:ext cx="5309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169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195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 Zainab</dc:creator>
  <cp:lastModifiedBy>Maha Zainab</cp:lastModifiedBy>
  <cp:revision>3</cp:revision>
  <dcterms:created xsi:type="dcterms:W3CDTF">2026-01-22T09:07:53Z</dcterms:created>
  <dcterms:modified xsi:type="dcterms:W3CDTF">2026-01-22T15:04:44Z</dcterms:modified>
</cp:coreProperties>
</file>